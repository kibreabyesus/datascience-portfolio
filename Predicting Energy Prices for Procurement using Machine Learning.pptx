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5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47" d="100"/>
          <a:sy n="47" d="100"/>
        </p:scale>
        <p:origin x="5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breab Gebru" userId="93cfe5edaaedd2bd" providerId="LiveId" clId="{5EE47F95-8316-47EE-A477-600E7EEFCE6D}"/>
    <pc:docChg chg="undo redo custSel addSld delSld modSld">
      <pc:chgData name="Kibreab Gebru" userId="93cfe5edaaedd2bd" providerId="LiveId" clId="{5EE47F95-8316-47EE-A477-600E7EEFCE6D}" dt="2023-08-01T15:29:31.405" v="807" actId="20577"/>
      <pc:docMkLst>
        <pc:docMk/>
      </pc:docMkLst>
      <pc:sldChg chg="modSp mod setBg">
        <pc:chgData name="Kibreab Gebru" userId="93cfe5edaaedd2bd" providerId="LiveId" clId="{5EE47F95-8316-47EE-A477-600E7EEFCE6D}" dt="2023-08-01T10:49:47.179" v="529" actId="20577"/>
        <pc:sldMkLst>
          <pc:docMk/>
          <pc:sldMk cId="3827988774" sldId="256"/>
        </pc:sldMkLst>
        <pc:spChg chg="mod">
          <ac:chgData name="Kibreab Gebru" userId="93cfe5edaaedd2bd" providerId="LiveId" clId="{5EE47F95-8316-47EE-A477-600E7EEFCE6D}" dt="2023-07-31T13:25:24.896" v="491" actId="1076"/>
          <ac:spMkLst>
            <pc:docMk/>
            <pc:sldMk cId="3827988774" sldId="256"/>
            <ac:spMk id="2" creationId="{D7D21B88-112F-F08A-CAC3-DC794E15638C}"/>
          </ac:spMkLst>
        </pc:spChg>
        <pc:spChg chg="mod">
          <ac:chgData name="Kibreab Gebru" userId="93cfe5edaaedd2bd" providerId="LiveId" clId="{5EE47F95-8316-47EE-A477-600E7EEFCE6D}" dt="2023-08-01T10:49:47.179" v="529" actId="20577"/>
          <ac:spMkLst>
            <pc:docMk/>
            <pc:sldMk cId="3827988774" sldId="256"/>
            <ac:spMk id="3" creationId="{C942B15A-50A1-5E62-04B5-D95A383FE020}"/>
          </ac:spMkLst>
        </pc:spChg>
      </pc:sldChg>
      <pc:sldChg chg="modSp mod">
        <pc:chgData name="Kibreab Gebru" userId="93cfe5edaaedd2bd" providerId="LiveId" clId="{5EE47F95-8316-47EE-A477-600E7EEFCE6D}" dt="2023-08-01T10:52:41.735" v="533" actId="20577"/>
        <pc:sldMkLst>
          <pc:docMk/>
          <pc:sldMk cId="1383383999" sldId="257"/>
        </pc:sldMkLst>
        <pc:spChg chg="mod">
          <ac:chgData name="Kibreab Gebru" userId="93cfe5edaaedd2bd" providerId="LiveId" clId="{5EE47F95-8316-47EE-A477-600E7EEFCE6D}" dt="2023-07-31T05:24:03.958" v="22" actId="207"/>
          <ac:spMkLst>
            <pc:docMk/>
            <pc:sldMk cId="1383383999" sldId="257"/>
            <ac:spMk id="2" creationId="{9CEB7848-EEAE-235E-0313-4DF9A70763D4}"/>
          </ac:spMkLst>
        </pc:spChg>
        <pc:spChg chg="mod">
          <ac:chgData name="Kibreab Gebru" userId="93cfe5edaaedd2bd" providerId="LiveId" clId="{5EE47F95-8316-47EE-A477-600E7EEFCE6D}" dt="2023-08-01T10:52:41.735" v="533" actId="20577"/>
          <ac:spMkLst>
            <pc:docMk/>
            <pc:sldMk cId="1383383999" sldId="257"/>
            <ac:spMk id="3" creationId="{21E25BBE-6D49-3C50-87D4-C7D34FA6941E}"/>
          </ac:spMkLst>
        </pc:spChg>
      </pc:sldChg>
      <pc:sldChg chg="modSp mod">
        <pc:chgData name="Kibreab Gebru" userId="93cfe5edaaedd2bd" providerId="LiveId" clId="{5EE47F95-8316-47EE-A477-600E7EEFCE6D}" dt="2023-07-31T10:24:58.089" v="473" actId="113"/>
        <pc:sldMkLst>
          <pc:docMk/>
          <pc:sldMk cId="567634284" sldId="258"/>
        </pc:sldMkLst>
        <pc:spChg chg="mod">
          <ac:chgData name="Kibreab Gebru" userId="93cfe5edaaedd2bd" providerId="LiveId" clId="{5EE47F95-8316-47EE-A477-600E7EEFCE6D}" dt="2023-07-31T10:24:58.089" v="473" actId="113"/>
          <ac:spMkLst>
            <pc:docMk/>
            <pc:sldMk cId="567634284" sldId="258"/>
            <ac:spMk id="2" creationId="{82E7F4C1-BE44-A65D-7AEE-CFD0B4A1EB2A}"/>
          </ac:spMkLst>
        </pc:spChg>
        <pc:spChg chg="mod">
          <ac:chgData name="Kibreab Gebru" userId="93cfe5edaaedd2bd" providerId="LiveId" clId="{5EE47F95-8316-47EE-A477-600E7EEFCE6D}" dt="2023-07-31T09:10:58.672" v="325" actId="207"/>
          <ac:spMkLst>
            <pc:docMk/>
            <pc:sldMk cId="567634284" sldId="258"/>
            <ac:spMk id="3" creationId="{6E32BA18-FD5F-871D-E286-C50617599FB1}"/>
          </ac:spMkLst>
        </pc:spChg>
      </pc:sldChg>
      <pc:sldChg chg="modSp mod">
        <pc:chgData name="Kibreab Gebru" userId="93cfe5edaaedd2bd" providerId="LiveId" clId="{5EE47F95-8316-47EE-A477-600E7EEFCE6D}" dt="2023-07-31T09:11:56.665" v="336" actId="5793"/>
        <pc:sldMkLst>
          <pc:docMk/>
          <pc:sldMk cId="3997466592" sldId="259"/>
        </pc:sldMkLst>
        <pc:spChg chg="mod">
          <ac:chgData name="Kibreab Gebru" userId="93cfe5edaaedd2bd" providerId="LiveId" clId="{5EE47F95-8316-47EE-A477-600E7EEFCE6D}" dt="2023-07-31T09:11:11.324" v="327" actId="207"/>
          <ac:spMkLst>
            <pc:docMk/>
            <pc:sldMk cId="3997466592" sldId="259"/>
            <ac:spMk id="2" creationId="{FF54B67A-1064-9FA2-804A-695089C8B42A}"/>
          </ac:spMkLst>
        </pc:spChg>
        <pc:spChg chg="mod">
          <ac:chgData name="Kibreab Gebru" userId="93cfe5edaaedd2bd" providerId="LiveId" clId="{5EE47F95-8316-47EE-A477-600E7EEFCE6D}" dt="2023-07-31T09:11:56.665" v="336" actId="5793"/>
          <ac:spMkLst>
            <pc:docMk/>
            <pc:sldMk cId="3997466592" sldId="259"/>
            <ac:spMk id="3" creationId="{8C5857A6-F998-A65B-6ABC-CA9438C2027B}"/>
          </ac:spMkLst>
        </pc:spChg>
      </pc:sldChg>
      <pc:sldChg chg="modSp del mod">
        <pc:chgData name="Kibreab Gebru" userId="93cfe5edaaedd2bd" providerId="LiveId" clId="{5EE47F95-8316-47EE-A477-600E7EEFCE6D}" dt="2023-07-31T10:24:49.060" v="471" actId="47"/>
        <pc:sldMkLst>
          <pc:docMk/>
          <pc:sldMk cId="1186913962" sldId="260"/>
        </pc:sldMkLst>
        <pc:spChg chg="mod">
          <ac:chgData name="Kibreab Gebru" userId="93cfe5edaaedd2bd" providerId="LiveId" clId="{5EE47F95-8316-47EE-A477-600E7EEFCE6D}" dt="2023-07-31T09:27:03.028" v="414" actId="21"/>
          <ac:spMkLst>
            <pc:docMk/>
            <pc:sldMk cId="1186913962" sldId="260"/>
            <ac:spMk id="2" creationId="{65570A21-F9B6-4608-D7AC-5030517670DD}"/>
          </ac:spMkLst>
        </pc:spChg>
        <pc:spChg chg="mod">
          <ac:chgData name="Kibreab Gebru" userId="93cfe5edaaedd2bd" providerId="LiveId" clId="{5EE47F95-8316-47EE-A477-600E7EEFCE6D}" dt="2023-07-31T09:22:24.737" v="402" actId="27636"/>
          <ac:spMkLst>
            <pc:docMk/>
            <pc:sldMk cId="1186913962" sldId="260"/>
            <ac:spMk id="3" creationId="{FE667A66-9914-695B-5253-C10BD279185F}"/>
          </ac:spMkLst>
        </pc:spChg>
      </pc:sldChg>
      <pc:sldChg chg="addSp delSp modSp mod">
        <pc:chgData name="Kibreab Gebru" userId="93cfe5edaaedd2bd" providerId="LiveId" clId="{5EE47F95-8316-47EE-A477-600E7EEFCE6D}" dt="2023-07-31T10:23:59.196" v="468" actId="14100"/>
        <pc:sldMkLst>
          <pc:docMk/>
          <pc:sldMk cId="1737125830" sldId="261"/>
        </pc:sldMkLst>
        <pc:spChg chg="mod">
          <ac:chgData name="Kibreab Gebru" userId="93cfe5edaaedd2bd" providerId="LiveId" clId="{5EE47F95-8316-47EE-A477-600E7EEFCE6D}" dt="2023-07-31T05:34:40.630" v="162" actId="113"/>
          <ac:spMkLst>
            <pc:docMk/>
            <pc:sldMk cId="1737125830" sldId="261"/>
            <ac:spMk id="2" creationId="{07303205-CCA8-A020-59E9-5275880DA8C9}"/>
          </ac:spMkLst>
        </pc:spChg>
        <pc:spChg chg="del mod">
          <ac:chgData name="Kibreab Gebru" userId="93cfe5edaaedd2bd" providerId="LiveId" clId="{5EE47F95-8316-47EE-A477-600E7EEFCE6D}" dt="2023-07-31T05:35:34.021" v="170"/>
          <ac:spMkLst>
            <pc:docMk/>
            <pc:sldMk cId="1737125830" sldId="261"/>
            <ac:spMk id="3" creationId="{79F8D1FC-2837-7AB6-4F59-1D170FF04333}"/>
          </ac:spMkLst>
        </pc:spChg>
        <pc:picChg chg="add mod">
          <ac:chgData name="Kibreab Gebru" userId="93cfe5edaaedd2bd" providerId="LiveId" clId="{5EE47F95-8316-47EE-A477-600E7EEFCE6D}" dt="2023-07-31T10:23:59.196" v="468" actId="14100"/>
          <ac:picMkLst>
            <pc:docMk/>
            <pc:sldMk cId="1737125830" sldId="261"/>
            <ac:picMk id="4" creationId="{20FC5856-A8A4-829E-4386-3BAABBD225BE}"/>
          </ac:picMkLst>
        </pc:picChg>
      </pc:sldChg>
      <pc:sldChg chg="modSp mod">
        <pc:chgData name="Kibreab Gebru" userId="93cfe5edaaedd2bd" providerId="LiveId" clId="{5EE47F95-8316-47EE-A477-600E7EEFCE6D}" dt="2023-08-01T15:29:31.405" v="807" actId="20577"/>
        <pc:sldMkLst>
          <pc:docMk/>
          <pc:sldMk cId="617524490" sldId="262"/>
        </pc:sldMkLst>
        <pc:spChg chg="mod">
          <ac:chgData name="Kibreab Gebru" userId="93cfe5edaaedd2bd" providerId="LiveId" clId="{5EE47F95-8316-47EE-A477-600E7EEFCE6D}" dt="2023-07-31T09:37:27.394" v="430" actId="207"/>
          <ac:spMkLst>
            <pc:docMk/>
            <pc:sldMk cId="617524490" sldId="262"/>
            <ac:spMk id="2" creationId="{1F1E8937-9BAB-0DEE-2014-1695BF77F377}"/>
          </ac:spMkLst>
        </pc:spChg>
        <pc:spChg chg="mod">
          <ac:chgData name="Kibreab Gebru" userId="93cfe5edaaedd2bd" providerId="LiveId" clId="{5EE47F95-8316-47EE-A477-600E7EEFCE6D}" dt="2023-08-01T15:29:31.405" v="807" actId="20577"/>
          <ac:spMkLst>
            <pc:docMk/>
            <pc:sldMk cId="617524490" sldId="262"/>
            <ac:spMk id="3" creationId="{77D96636-B341-2F9E-E6CF-A84C249FA0EE}"/>
          </ac:spMkLst>
        </pc:spChg>
      </pc:sldChg>
      <pc:sldChg chg="addSp delSp modSp del mod">
        <pc:chgData name="Kibreab Gebru" userId="93cfe5edaaedd2bd" providerId="LiveId" clId="{5EE47F95-8316-47EE-A477-600E7EEFCE6D}" dt="2023-07-31T05:35:53.352" v="173" actId="47"/>
        <pc:sldMkLst>
          <pc:docMk/>
          <pc:sldMk cId="3517228722" sldId="263"/>
        </pc:sldMkLst>
        <pc:spChg chg="add mod">
          <ac:chgData name="Kibreab Gebru" userId="93cfe5edaaedd2bd" providerId="LiveId" clId="{5EE47F95-8316-47EE-A477-600E7EEFCE6D}" dt="2023-07-31T05:35:21.900" v="168" actId="21"/>
          <ac:spMkLst>
            <pc:docMk/>
            <pc:sldMk cId="3517228722" sldId="263"/>
            <ac:spMk id="3" creationId="{FEBB8745-B28C-C95D-C8C5-4754D42C4A42}"/>
          </ac:spMkLst>
        </pc:spChg>
        <pc:picChg chg="del mod">
          <ac:chgData name="Kibreab Gebru" userId="93cfe5edaaedd2bd" providerId="LiveId" clId="{5EE47F95-8316-47EE-A477-600E7EEFCE6D}" dt="2023-07-31T05:35:21.900" v="168" actId="21"/>
          <ac:picMkLst>
            <pc:docMk/>
            <pc:sldMk cId="3517228722" sldId="263"/>
            <ac:picMk id="5" creationId="{9EAD2A9B-9B15-4817-4817-3F27DF795C15}"/>
          </ac:picMkLst>
        </pc:picChg>
      </pc:sldChg>
      <pc:sldChg chg="modSp mod">
        <pc:chgData name="Kibreab Gebru" userId="93cfe5edaaedd2bd" providerId="LiveId" clId="{5EE47F95-8316-47EE-A477-600E7EEFCE6D}" dt="2023-07-31T09:10:40.317" v="324" actId="27636"/>
        <pc:sldMkLst>
          <pc:docMk/>
          <pc:sldMk cId="3900361654" sldId="264"/>
        </pc:sldMkLst>
        <pc:spChg chg="mod">
          <ac:chgData name="Kibreab Gebru" userId="93cfe5edaaedd2bd" providerId="LiveId" clId="{5EE47F95-8316-47EE-A477-600E7EEFCE6D}" dt="2023-07-31T09:10:20.720" v="321" actId="207"/>
          <ac:spMkLst>
            <pc:docMk/>
            <pc:sldMk cId="3900361654" sldId="264"/>
            <ac:spMk id="2" creationId="{1641CB8E-9995-B731-7381-63F5B6D66EAA}"/>
          </ac:spMkLst>
        </pc:spChg>
        <pc:spChg chg="mod">
          <ac:chgData name="Kibreab Gebru" userId="93cfe5edaaedd2bd" providerId="LiveId" clId="{5EE47F95-8316-47EE-A477-600E7EEFCE6D}" dt="2023-07-31T09:10:40.317" v="324" actId="27636"/>
          <ac:spMkLst>
            <pc:docMk/>
            <pc:sldMk cId="3900361654" sldId="264"/>
            <ac:spMk id="3" creationId="{2C24BCB5-3142-664A-8A2D-ED79774F8CE6}"/>
          </ac:spMkLst>
        </pc:spChg>
      </pc:sldChg>
      <pc:sldChg chg="addSp delSp modSp new mod">
        <pc:chgData name="Kibreab Gebru" userId="93cfe5edaaedd2bd" providerId="LiveId" clId="{5EE47F95-8316-47EE-A477-600E7EEFCE6D}" dt="2023-08-01T13:41:02.932" v="612" actId="2711"/>
        <pc:sldMkLst>
          <pc:docMk/>
          <pc:sldMk cId="2386602913" sldId="265"/>
        </pc:sldMkLst>
        <pc:spChg chg="del">
          <ac:chgData name="Kibreab Gebru" userId="93cfe5edaaedd2bd" providerId="LiveId" clId="{5EE47F95-8316-47EE-A477-600E7EEFCE6D}" dt="2023-07-31T09:13:57.867" v="338" actId="478"/>
          <ac:spMkLst>
            <pc:docMk/>
            <pc:sldMk cId="2386602913" sldId="265"/>
            <ac:spMk id="2" creationId="{A410E4A2-6AF5-22D3-95D2-7676B9A07C90}"/>
          </ac:spMkLst>
        </pc:spChg>
        <pc:spChg chg="add del mod">
          <ac:chgData name="Kibreab Gebru" userId="93cfe5edaaedd2bd" providerId="LiveId" clId="{5EE47F95-8316-47EE-A477-600E7EEFCE6D}" dt="2023-07-31T09:15:19.012" v="347" actId="3680"/>
          <ac:spMkLst>
            <pc:docMk/>
            <pc:sldMk cId="2386602913" sldId="265"/>
            <ac:spMk id="3" creationId="{E3ABE61E-C03A-64D7-9F4D-C9E7D230F553}"/>
          </ac:spMkLst>
        </pc:spChg>
        <pc:graphicFrameChg chg="add del mod ord modGraphic">
          <ac:chgData name="Kibreab Gebru" userId="93cfe5edaaedd2bd" providerId="LiveId" clId="{5EE47F95-8316-47EE-A477-600E7EEFCE6D}" dt="2023-07-31T09:14:53.420" v="344" actId="3680"/>
          <ac:graphicFrameMkLst>
            <pc:docMk/>
            <pc:sldMk cId="2386602913" sldId="265"/>
            <ac:graphicFrameMk id="4" creationId="{9765852C-A341-BB01-8A70-2FAE9808D63C}"/>
          </ac:graphicFrameMkLst>
        </pc:graphicFrameChg>
        <pc:graphicFrameChg chg="add del mod ord modGraphic">
          <ac:chgData name="Kibreab Gebru" userId="93cfe5edaaedd2bd" providerId="LiveId" clId="{5EE47F95-8316-47EE-A477-600E7EEFCE6D}" dt="2023-07-31T09:15:04.931" v="346" actId="3680"/>
          <ac:graphicFrameMkLst>
            <pc:docMk/>
            <pc:sldMk cId="2386602913" sldId="265"/>
            <ac:graphicFrameMk id="5" creationId="{FA7E8991-4535-0AE4-7F01-EEB112A00667}"/>
          </ac:graphicFrameMkLst>
        </pc:graphicFrameChg>
        <pc:graphicFrameChg chg="add mod ord modGraphic">
          <ac:chgData name="Kibreab Gebru" userId="93cfe5edaaedd2bd" providerId="LiveId" clId="{5EE47F95-8316-47EE-A477-600E7EEFCE6D}" dt="2023-08-01T13:41:02.932" v="612" actId="2711"/>
          <ac:graphicFrameMkLst>
            <pc:docMk/>
            <pc:sldMk cId="2386602913" sldId="265"/>
            <ac:graphicFrameMk id="6" creationId="{4BB2F735-DEFA-BC24-8215-8C332798B632}"/>
          </ac:graphicFrameMkLst>
        </pc:graphicFrameChg>
        <pc:graphicFrameChg chg="add del">
          <ac:chgData name="Kibreab Gebru" userId="93cfe5edaaedd2bd" providerId="LiveId" clId="{5EE47F95-8316-47EE-A477-600E7EEFCE6D}" dt="2023-07-31T09:19:30.098" v="369" actId="3680"/>
          <ac:graphicFrameMkLst>
            <pc:docMk/>
            <pc:sldMk cId="2386602913" sldId="265"/>
            <ac:graphicFrameMk id="7" creationId="{89F35672-0B50-A60B-D9FF-E7886C5225DD}"/>
          </ac:graphicFrameMkLst>
        </pc:graphicFrameChg>
        <pc:graphicFrameChg chg="add del mod">
          <ac:chgData name="Kibreab Gebru" userId="93cfe5edaaedd2bd" providerId="LiveId" clId="{5EE47F95-8316-47EE-A477-600E7EEFCE6D}" dt="2023-07-31T09:19:29.330" v="368" actId="3680"/>
          <ac:graphicFrameMkLst>
            <pc:docMk/>
            <pc:sldMk cId="2386602913" sldId="265"/>
            <ac:graphicFrameMk id="8" creationId="{16AFC45A-A7E5-63CB-5DA4-48123FEDBB05}"/>
          </ac:graphicFrameMkLst>
        </pc:graphicFrameChg>
        <pc:graphicFrameChg chg="add mod modGraphic">
          <ac:chgData name="Kibreab Gebru" userId="93cfe5edaaedd2bd" providerId="LiveId" clId="{5EE47F95-8316-47EE-A477-600E7EEFCE6D}" dt="2023-08-01T13:35:08.096" v="579" actId="20577"/>
          <ac:graphicFrameMkLst>
            <pc:docMk/>
            <pc:sldMk cId="2386602913" sldId="265"/>
            <ac:graphicFrameMk id="9" creationId="{FE6C0B7F-F22C-A119-B84D-1786722259C8}"/>
          </ac:graphicFrameMkLst>
        </pc:graphicFrameChg>
        <pc:graphicFrameChg chg="add mod modGraphic">
          <ac:chgData name="Kibreab Gebru" userId="93cfe5edaaedd2bd" providerId="LiveId" clId="{5EE47F95-8316-47EE-A477-600E7EEFCE6D}" dt="2023-07-31T10:22:56.965" v="464" actId="1076"/>
          <ac:graphicFrameMkLst>
            <pc:docMk/>
            <pc:sldMk cId="2386602913" sldId="265"/>
            <ac:graphicFrameMk id="10" creationId="{5D0724DE-F4E5-77B9-83A3-84DE8C72242F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CB73-43DC-475F-C3A0-011C3BA2A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A6294-F740-2236-8A00-93069AF92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2EF7F-6733-F343-9619-C51A26E92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9F25E-7087-4DCE-A273-E7978734D6C7}" type="datetimeFigureOut">
              <a:rPr lang="en-GB" smtClean="0"/>
              <a:t>01/08/2023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A9D4D-9453-78B8-2517-7E51E4D5A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D2E1B-A385-A056-8E15-4EAF32706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D1B-AB7D-4095-8848-734FA509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11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D809C-3064-B197-C3FE-14C1E159C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2CAB7-3762-042F-B8EE-1E4107031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21540-784B-DAC8-4D50-5FA71D66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9F25E-7087-4DCE-A273-E7978734D6C7}" type="datetimeFigureOut">
              <a:rPr lang="en-GB" smtClean="0"/>
              <a:t>01/08/2023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21ED4-4AA8-3E24-18B5-2DC39A9E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FAA41-82CC-959E-F4EC-D26C55D2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D1B-AB7D-4095-8848-734FA509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751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446FA-6414-AD87-C654-40AA22A9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99E2B-146A-3DDE-C5F7-F9EE5BAAB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ABDA4-8FC2-459D-43A5-6713CAAC5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9F25E-7087-4DCE-A273-E7978734D6C7}" type="datetimeFigureOut">
              <a:rPr lang="en-GB" smtClean="0"/>
              <a:t>01/08/2023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F7B34-9869-9016-AF6D-E0139CD0C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FBB6C-B1F4-D958-60FD-CC63A08A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D1B-AB7D-4095-8848-734FA509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19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2A687-B029-55D5-DAF8-8CE776711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02D13-2BDE-6C2F-A9DC-1B2F81729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573E7-6028-41DA-8ED6-31EE124F0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23DDF-4BEE-AB20-8135-0156B3EBE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9F25E-7087-4DCE-A273-E7978734D6C7}" type="datetimeFigureOut">
              <a:rPr lang="en-GB" smtClean="0"/>
              <a:t>01/08/2023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BE9BB-05C9-1A99-031C-E1D1522FF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62452-9710-7EFB-7974-0CD4B3532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D1B-AB7D-4095-8848-734FA509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031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4F0D0-4200-A10D-0325-E99AD047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04C93-0BF1-B2A8-40B1-1A731C04B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47A1D-CE32-2AF4-88D2-89B44942B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BB9ED0-B602-9A3F-CD69-10C4D09D4A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77310B-227D-01D6-0412-36A124A09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0BF801-B400-98C2-5E40-C913A4D9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9F25E-7087-4DCE-A273-E7978734D6C7}" type="datetimeFigureOut">
              <a:rPr lang="en-GB" smtClean="0"/>
              <a:t>01/08/2023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16275A-AD59-DD2E-D7EE-9887112A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FAADE8-94E2-4549-4A85-8C477F31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D1B-AB7D-4095-8848-734FA509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038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FA05-95A2-FCA3-3737-B30FE1BE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C0E92C-19D7-F378-626C-14CD148B0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9F25E-7087-4DCE-A273-E7978734D6C7}" type="datetimeFigureOut">
              <a:rPr lang="en-GB" smtClean="0"/>
              <a:t>01/08/2023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DEE01-3369-8AED-EEEB-1AD10050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F4CFB5-5569-E2B4-4E3C-016EC0AA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D1B-AB7D-4095-8848-734FA509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723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2AE7E7-F801-0E36-8FF2-DAEBE9A5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9F25E-7087-4DCE-A273-E7978734D6C7}" type="datetimeFigureOut">
              <a:rPr lang="en-GB" smtClean="0"/>
              <a:t>01/08/2023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8FEDAC-5CF6-405A-1436-84CE9377C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07E24-9287-0A3B-2B7B-F092DACB4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D1B-AB7D-4095-8848-734FA509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51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AA55D-3FEB-1BA7-5BCB-28CEE3AAD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CE899-321A-6211-DEEC-94B02C0A2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76C90-E36B-8D02-2BD7-BA4DA5F5D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0BE39-57DA-005E-8AF0-8EF42BC32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9F25E-7087-4DCE-A273-E7978734D6C7}" type="datetimeFigureOut">
              <a:rPr lang="en-GB" smtClean="0"/>
              <a:t>01/08/2023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1F2C9-ECC1-A237-F8D0-A1F67BFE3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779BFB-9644-E823-9FF4-C6CE4CC3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D1B-AB7D-4095-8848-734FA509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6676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257D-FA0C-33B7-8554-4F58CA45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2DFF6B-6475-AFF5-B05C-F2CFE25AB4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597D5-2A21-8C98-98AA-92FF8D10F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13CBF-0D7A-CDDE-3A33-89A612F11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9F25E-7087-4DCE-A273-E7978734D6C7}" type="datetimeFigureOut">
              <a:rPr lang="en-GB" smtClean="0"/>
              <a:t>01/08/2023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4D2FE-BA2E-3302-D514-C4585D94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0DE89-70E5-5975-6DFB-D4930182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D1B-AB7D-4095-8848-734FA509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05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B7345-CE4E-8807-04EE-D16B4B499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FECC7A-C884-5033-7E56-0E3CE661C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D21F2-5D00-BBF0-8A1B-CFFAA3AA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9F25E-7087-4DCE-A273-E7978734D6C7}" type="datetimeFigureOut">
              <a:rPr lang="en-GB" smtClean="0"/>
              <a:t>01/08/2023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177BF-6BF2-427E-469A-05243E72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4C57B-E152-F466-70A2-779E39C5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D1B-AB7D-4095-8848-734FA509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56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FE55D8-BFE4-9AB8-2589-85BB029933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28D3C-77E9-E2DC-CC4A-A7F9FFFE8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781A8-CCC1-DA58-DF0C-24F388B1E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9F25E-7087-4DCE-A273-E7978734D6C7}" type="datetimeFigureOut">
              <a:rPr lang="en-GB" smtClean="0"/>
              <a:t>01/08/2023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F70EB-15BB-CC54-1806-0A1A6278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867EF-9463-32B9-9DBF-75D2293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93D1B-AB7D-4095-8848-734FA509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45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005A9F-1613-98EA-6CF0-4F9EDBE36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A4BED-54EE-B4D5-166D-A68404DE3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2D2EF-F95F-2483-896A-D844CB766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9F25E-7087-4DCE-A273-E7978734D6C7}" type="datetimeFigureOut">
              <a:rPr lang="en-GB" smtClean="0"/>
              <a:t>01/08/2023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DA6FF-5781-EA70-2917-26333B8C8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4DFA4-42DE-75A5-331D-B66A085F64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93D1B-AB7D-4095-8848-734FA50988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85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21B88-112F-F08A-CAC3-DC794E156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3566"/>
            <a:ext cx="9144000" cy="1298108"/>
          </a:xfrm>
        </p:spPr>
        <p:txBody>
          <a:bodyPr>
            <a:normAutofit/>
          </a:bodyPr>
          <a:lstStyle/>
          <a:p>
            <a:r>
              <a:rPr lang="en-GB" sz="36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Predicting Energy Prices for Procurement using Machine Learning</a:t>
            </a:r>
            <a:endParaRPr lang="en-GB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2B15A-50A1-5E62-04B5-D95A383FE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0165" y="4136327"/>
            <a:ext cx="6460450" cy="1655762"/>
          </a:xfrm>
        </p:spPr>
        <p:txBody>
          <a:bodyPr>
            <a:normAutofit/>
          </a:bodyPr>
          <a:lstStyle/>
          <a:p>
            <a:pPr algn="l"/>
            <a:r>
              <a:rPr lang="en-GB" sz="3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Kibreab</a:t>
            </a:r>
          </a:p>
          <a:p>
            <a:pPr algn="l"/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Essen 01.08.2023</a:t>
            </a:r>
          </a:p>
        </p:txBody>
      </p:sp>
    </p:spTree>
    <p:extLst>
      <p:ext uri="{BB962C8B-B14F-4D97-AF65-F5344CB8AC3E}">
        <p14:creationId xmlns:p14="http://schemas.microsoft.com/office/powerpoint/2010/main" val="3827988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B7848-EEAE-235E-0313-4DF9A7076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6762"/>
            <a:ext cx="7581900" cy="1288863"/>
          </a:xfrm>
        </p:spPr>
        <p:txBody>
          <a:bodyPr>
            <a:normAutofit/>
          </a:bodyPr>
          <a:lstStyle/>
          <a:p>
            <a:r>
              <a:rPr lang="en-GB" sz="360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Coal Shipment Data</a:t>
            </a:r>
            <a:endParaRPr lang="en-GB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25BBE-6D49-3C50-87D4-C7D34FA69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Coal ? </a:t>
            </a:r>
            <a:endParaRPr lang="de-DE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3200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U.S. Energy Information Administration (EIA), API</a:t>
            </a:r>
          </a:p>
          <a:p>
            <a:endParaRPr lang="en-GB" sz="3200" b="0" i="0" dirty="0"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 includes attributes like ash content, heat content, price, quantity, and sulphur content</a:t>
            </a:r>
            <a:endParaRPr lang="en-GB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338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1CB8E-9995-B731-7381-63F5B6D66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ZA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endParaRPr lang="en-GB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4BCB5-3142-664A-8A2D-ED79774F8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6788"/>
            <a:ext cx="10515600" cy="498017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GB" sz="3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['period', 'location', 'plant State Description', 'plant', 'plant Name', 'rank', '</a:t>
            </a:r>
            <a:r>
              <a:rPr lang="en-GB" sz="35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coalRankDescription</a:t>
            </a:r>
            <a:r>
              <a:rPr lang="en-GB" sz="3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 'ash-content', 'heat-content', 'price', 'quantity', '</a:t>
            </a:r>
            <a:r>
              <a:rPr lang="en-GB" sz="35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sulfur</a:t>
            </a:r>
            <a:r>
              <a:rPr lang="en-GB" sz="3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-content', 'ash-content-units', 'heat-content-units', 'price-units', 'quantity-units', '</a:t>
            </a:r>
            <a:r>
              <a:rPr lang="en-GB" sz="35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sulfur</a:t>
            </a:r>
            <a:r>
              <a:rPr lang="en-GB" sz="3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-content-units’]</a:t>
            </a:r>
          </a:p>
          <a:p>
            <a:pPr marL="0" indent="0" algn="just">
              <a:buNone/>
            </a:pPr>
            <a:r>
              <a:rPr lang="en-GB" sz="3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period  location  ... quantity-units  </a:t>
            </a:r>
            <a:r>
              <a:rPr lang="en-GB" sz="35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sulfur</a:t>
            </a:r>
            <a:r>
              <a:rPr lang="en-GB" sz="3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-content-units</a:t>
            </a:r>
          </a:p>
          <a:p>
            <a:pPr marL="0" indent="0" algn="just">
              <a:buNone/>
            </a:pPr>
            <a:r>
              <a:rPr lang="en-GB" sz="3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2022       NM  ...           tons     percent by weight</a:t>
            </a:r>
          </a:p>
          <a:p>
            <a:pPr marL="0" indent="0" algn="just">
              <a:buNone/>
            </a:pPr>
            <a:r>
              <a:rPr lang="en-GB" sz="3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  2022       WY  ...           tons     percent by weight</a:t>
            </a:r>
          </a:p>
          <a:p>
            <a:pPr marL="0" indent="0" algn="just">
              <a:buNone/>
            </a:pPr>
            <a:r>
              <a:rPr lang="en-GB" sz="3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 2022      PAB  ...           tons     percent by weight</a:t>
            </a:r>
          </a:p>
          <a:p>
            <a:pPr marL="0" indent="0" algn="just">
              <a:buNone/>
            </a:pPr>
            <a:r>
              <a:rPr lang="en-GB" sz="3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  2022       OH  ...           tons     percent by weight</a:t>
            </a:r>
          </a:p>
          <a:p>
            <a:pPr marL="0" indent="0" algn="just">
              <a:buNone/>
            </a:pPr>
            <a:r>
              <a:rPr lang="en-GB" sz="3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  2022       NM  ...           tons     percent by weight...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036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7F4C1-BE44-A65D-7AEE-CFD0B4A1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GB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2BA18-FD5F-871D-E286-C50617599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data quality, we removed missing values and converted non-numeric prices to numeric</a:t>
            </a:r>
          </a:p>
          <a:p>
            <a:r>
              <a:rPr lang="en-GB" sz="3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relevant features such as ash content, heat content, quantity, and location</a:t>
            </a:r>
          </a:p>
          <a:p>
            <a:r>
              <a:rPr lang="en-GB" sz="3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scaled the numerical features to a range of [0, 1] using Min-Max scaling.</a:t>
            </a:r>
            <a:endParaRPr lang="en-GB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634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4B67A-1064-9FA2-804A-695089C8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  <a:endParaRPr lang="en-GB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857A6-F998-A65B-6ABC-CA9438C20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 machine learning models: </a:t>
            </a:r>
          </a:p>
          <a:p>
            <a:pPr marL="571500" indent="-571500">
              <a:buFont typeface="+mj-lt"/>
              <a:buAutoNum type="romanLcPeriod"/>
            </a:pPr>
            <a:r>
              <a:rPr lang="en-GB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 and</a:t>
            </a:r>
          </a:p>
          <a:p>
            <a:pPr marL="571500" indent="-571500">
              <a:buFont typeface="+mj-lt"/>
              <a:buAutoNum type="romanLcPeriod"/>
            </a:pPr>
            <a:r>
              <a:rPr lang="en-GB" sz="3200" dirty="0">
                <a:solidFill>
                  <a:srgbClr val="37415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Regression.</a:t>
            </a:r>
          </a:p>
          <a:p>
            <a:pPr marL="0" indent="0">
              <a:buNone/>
            </a:pPr>
            <a:endParaRPr lang="en-GB" sz="3200" b="0" i="0" dirty="0">
              <a:solidFill>
                <a:srgbClr val="37415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3200" b="0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trained both models on the training data and evaluated their performance on test data.</a:t>
            </a: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466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BB2F735-DEFA-BC24-8215-8C332798B6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4098557"/>
              </p:ext>
            </p:extLst>
          </p:nvPr>
        </p:nvGraphicFramePr>
        <p:xfrm>
          <a:off x="0" y="1143001"/>
          <a:ext cx="12192000" cy="308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25966645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0691885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1072675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85165589"/>
                    </a:ext>
                  </a:extLst>
                </a:gridCol>
              </a:tblGrid>
              <a:tr h="1016952">
                <a:tc>
                  <a:txBody>
                    <a:bodyPr/>
                    <a:lstStyle/>
                    <a:p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32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MSE</a:t>
                      </a:r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0" i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data </a:t>
                      </a:r>
                      <a:r>
                        <a:rPr lang="de-DE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b="0" i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test data</a:t>
                      </a:r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133628"/>
                  </a:ext>
                </a:extLst>
              </a:tr>
              <a:tr h="955040">
                <a:tc>
                  <a:txBody>
                    <a:bodyPr/>
                    <a:lstStyle/>
                    <a:p>
                      <a:r>
                        <a:rPr lang="en-GB" sz="3200" b="0" i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</a:t>
                      </a:r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0.0013</a:t>
                      </a:r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0.9473</a:t>
                      </a:r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0.6165</a:t>
                      </a:r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690120"/>
                  </a:ext>
                </a:extLst>
              </a:tr>
              <a:tr h="955040">
                <a:tc>
                  <a:txBody>
                    <a:bodyPr/>
                    <a:lstStyle/>
                    <a:p>
                      <a:r>
                        <a:rPr lang="en-GB" sz="3200" b="0" i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Regression </a:t>
                      </a:r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0.0032</a:t>
                      </a:r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0.0693</a:t>
                      </a:r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32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0.0795</a:t>
                      </a:r>
                      <a:endParaRPr lang="en-GB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577782"/>
                  </a:ext>
                </a:extLst>
              </a:tr>
            </a:tbl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E6C0B7F-F22C-A119-B84D-178672225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758786"/>
              </p:ext>
            </p:extLst>
          </p:nvPr>
        </p:nvGraphicFramePr>
        <p:xfrm>
          <a:off x="0" y="4282439"/>
          <a:ext cx="1219199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1998">
                  <a:extLst>
                    <a:ext uri="{9D8B030D-6E8A-4147-A177-3AD203B41FA5}">
                      <a16:colId xmlns:a16="http://schemas.microsoft.com/office/drawing/2014/main" val="2285975839"/>
                    </a:ext>
                  </a:extLst>
                </a:gridCol>
              </a:tblGrid>
              <a:tr h="232006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sz="3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R-squared- goodness-of-fit </a:t>
                      </a:r>
                      <a:endParaRPr lang="en-GB" sz="3200" dirty="0">
                        <a:solidFill>
                          <a:srgbClr val="002060"/>
                        </a:solidFill>
                        <a:highlight>
                          <a:srgbClr val="C0C0C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3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Squared Error- evaluate prediction accuracy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3200" b="0" i="0" kern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MSE suggests that the model's predictions deviation from the actual values</a:t>
                      </a:r>
                      <a:endParaRPr lang="en-GB" sz="32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80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GB" sz="1800" b="0" dirty="0">
                        <a:solidFill>
                          <a:schemeClr val="tx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20178"/>
                  </a:ext>
                </a:extLst>
              </a:tr>
            </a:tbl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D0724DE-F4E5-77B9-83A3-84DE8C722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924839"/>
              </p:ext>
            </p:extLst>
          </p:nvPr>
        </p:nvGraphicFramePr>
        <p:xfrm>
          <a:off x="0" y="328109"/>
          <a:ext cx="81280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0541785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3600" i="0" dirty="0">
                          <a:solidFill>
                            <a:schemeClr val="tx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Evaluation</a:t>
                      </a:r>
                      <a:endParaRPr lang="en-GB" sz="3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031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602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3205-CCA8-A020-59E9-5275880DA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endParaRPr lang="en-GB" sz="3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0FC5856-A8A4-829E-4386-3BAABBD22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8725"/>
            <a:ext cx="12192000" cy="55082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37125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8937-9BAB-0DEE-2014-1695BF77F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96636-B341-2F9E-E6CF-A84C249FA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3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our analysis provides insights into coal shipments using machine learning models for operations.</a:t>
            </a:r>
          </a:p>
          <a:p>
            <a:endParaRPr lang="en-GB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320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can assist in energy production and supply chain management decision-making, such as transportation, storage, and green certificate optimization in the feature</a:t>
            </a:r>
          </a:p>
          <a:p>
            <a:pPr algn="just"/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needs specific using convex SC-logistics optimising using </a:t>
            </a:r>
            <a:r>
              <a:rPr lang="en-GB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CVXpy</a:t>
            </a:r>
            <a:r>
              <a:rPr lang="en-GB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7524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Predicting Energy Prices for Procurement using Machine Learning</vt:lpstr>
      <vt:lpstr>Introduction to Coal Shipment Data</vt:lpstr>
      <vt:lpstr>Data </vt:lpstr>
      <vt:lpstr>Data Preprocessing</vt:lpstr>
      <vt:lpstr>Machine Learning Models</vt:lpstr>
      <vt:lpstr>PowerPoint Presentation</vt:lpstr>
      <vt:lpstr>Data Visualization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Energy Prices for Procurement using Machine Learning</dc:title>
  <dc:creator>Kibreab Gebru</dc:creator>
  <cp:lastModifiedBy>Kibreab Gebru</cp:lastModifiedBy>
  <cp:revision>1</cp:revision>
  <dcterms:created xsi:type="dcterms:W3CDTF">2023-07-29T17:10:28Z</dcterms:created>
  <dcterms:modified xsi:type="dcterms:W3CDTF">2023-08-01T16:42:41Z</dcterms:modified>
</cp:coreProperties>
</file>